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3108960" cy="310896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F2A93B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MINI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8778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Quiz Management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Python-based platform for creating quizzes, managing questions,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responses, and generating performance reports.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507492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0D1826"/>
          </a:solidFill>
          <a:ln w="12700">
            <a:solidFill>
              <a:srgbClr val="2E4A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519379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Prathmesh Atkari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56052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USN: CM25102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an Online Quiz Manager?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paper-based tests are slow to conduct, tedious to grade, and difficult to analyse. Teachers need a reliable digital way to author questions, run timed quizzes, and instantly know how each student performed — without manual checking or spreadsheet juggling.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575304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41071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grading is slow and error-prone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032504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86791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question bank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489704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32511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track student-wise performance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946904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78231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reuse quizzes across batches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29400" y="1417320"/>
            <a:ext cx="5029200" cy="4709160"/>
          </a:xfrm>
          <a:prstGeom prst="roundRect">
            <a:avLst>
              <a:gd name="adj" fmla="val 1942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49440" y="16916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49440" y="20574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Python system that automates the entire quiz lifecycle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949440" y="3154680"/>
            <a:ext cx="384048" cy="38404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98080" y="31729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creates quizzes &amp; question banks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949440" y="3721608"/>
            <a:ext cx="384048" cy="38404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498080" y="37398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attempt quizzes on-screen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949440" y="4288536"/>
            <a:ext cx="384048" cy="38404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0" y="4288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98080" y="430682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auto-evaluated instantly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949440" y="4855464"/>
            <a:ext cx="384048" cy="38404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0" y="4855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98080" y="48737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&amp; reports generated automatically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Quiz Management System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80136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Creation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admins build quizzes with custom questions &amp; options.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6002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8288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66360" y="180136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Management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26280" y="24688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edit, delete and organise questions by topic/difficulty.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6002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75320" y="18288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915400" y="180136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 Evaluation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75320" y="24688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student answers with the key and score instantly.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3977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39502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Calculation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7240" y="46177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totals, percentages and pass/fail status.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97680" y="37490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26280" y="39776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66360" y="39502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Reports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26280" y="46177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results per student and per quiz.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46720" y="37490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75320" y="39776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827532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915400" y="39502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Python Logic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275320" y="46177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codebase clean using OOP &amp; core data structures.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Quiz Management System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Modules of the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53742" cy="4206240"/>
          </a:xfrm>
          <a:prstGeom prst="roundRect">
            <a:avLst>
              <a:gd name="adj" fmla="val 3562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1301191" y="214884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1301191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13232" y="2926080"/>
            <a:ext cx="17245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Module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13232" y="3657600"/>
            <a:ext cx="172455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create &amp; manage quizzes and questions.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66974" y="1828800"/>
            <a:ext cx="2053742" cy="4206240"/>
          </a:xfrm>
          <a:prstGeom prst="roundRect">
            <a:avLst>
              <a:gd name="adj" fmla="val 3562"/>
            </a:avLst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3519526" y="214884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3519526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931566" y="2926080"/>
            <a:ext cx="17245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Bank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931566" y="3657600"/>
            <a:ext cx="172455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questions, options and correct answers.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85309" y="1828800"/>
            <a:ext cx="2053742" cy="4206240"/>
          </a:xfrm>
          <a:prstGeom prst="roundRect">
            <a:avLst>
              <a:gd name="adj" fmla="val 3562"/>
            </a:avLst>
          </a:prstGeom>
          <a:solidFill>
            <a:srgbClr val="065A82"/>
          </a:solidFill>
          <a:ln/>
        </p:spPr>
      </p:sp>
      <p:sp>
        <p:nvSpPr>
          <p:cNvPr id="15" name="Shape 13"/>
          <p:cNvSpPr/>
          <p:nvPr/>
        </p:nvSpPr>
        <p:spPr>
          <a:xfrm>
            <a:off x="5737860" y="214884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573786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149901" y="2926080"/>
            <a:ext cx="17245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Module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149901" y="3657600"/>
            <a:ext cx="172455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quizzes and submit answers.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03643" y="1828800"/>
            <a:ext cx="2053742" cy="4206240"/>
          </a:xfrm>
          <a:prstGeom prst="roundRect">
            <a:avLst>
              <a:gd name="adj" fmla="val 3562"/>
            </a:avLst>
          </a:prstGeom>
          <a:solidFill>
            <a:srgbClr val="1C7293"/>
          </a:solidFill>
          <a:ln/>
        </p:spPr>
      </p:sp>
      <p:sp>
        <p:nvSpPr>
          <p:cNvPr id="20" name="Shape 18"/>
          <p:cNvSpPr/>
          <p:nvPr/>
        </p:nvSpPr>
        <p:spPr>
          <a:xfrm>
            <a:off x="7956194" y="214884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9"/>
          <p:cNvSpPr/>
          <p:nvPr/>
        </p:nvSpPr>
        <p:spPr>
          <a:xfrm>
            <a:off x="7956194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368235" y="2926080"/>
            <a:ext cx="17245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Engine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368235" y="3657600"/>
            <a:ext cx="172455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Auto-checks answers and computes scores.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21978" y="1828800"/>
            <a:ext cx="2053742" cy="4206240"/>
          </a:xfrm>
          <a:prstGeom prst="roundRect">
            <a:avLst>
              <a:gd name="adj" fmla="val 3562"/>
            </a:avLst>
          </a:prstGeom>
          <a:solidFill>
            <a:srgbClr val="065A82"/>
          </a:solidFill>
          <a:ln/>
        </p:spPr>
      </p:sp>
      <p:sp>
        <p:nvSpPr>
          <p:cNvPr id="25" name="Shape 23"/>
          <p:cNvSpPr/>
          <p:nvPr/>
        </p:nvSpPr>
        <p:spPr>
          <a:xfrm>
            <a:off x="10174529" y="214884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6" name="Text 24"/>
          <p:cNvSpPr/>
          <p:nvPr/>
        </p:nvSpPr>
        <p:spPr>
          <a:xfrm>
            <a:off x="10174529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586570" y="2926080"/>
            <a:ext cx="17245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Generator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9586570" y="3657600"/>
            <a:ext cx="172455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7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score sheets &amp; performance summaries.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Quiz Management System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— Step by Step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691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43000" y="1636776"/>
            <a:ext cx="47091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07592" y="1636776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program and show the main menu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" y="2624328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624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143000" y="2569464"/>
            <a:ext cx="47091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07592" y="2569464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logs in and creates a new quiz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" y="3557016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143000" y="3502152"/>
            <a:ext cx="47091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07592" y="3502152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adds questions, options &amp; correct answers to the quiz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4489704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4489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143000" y="4434840"/>
            <a:ext cx="47091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07592" y="443484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logs in and selects a quiz to attempt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46520" y="1691640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1691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995160" y="1636776"/>
            <a:ext cx="47091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59752" y="1636776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displays questions one by one and records answers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46520" y="2624328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2624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995160" y="2569464"/>
            <a:ext cx="47091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59752" y="2569464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submit, each answer is compared with the correct key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46520" y="3557016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644652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995160" y="3502152"/>
            <a:ext cx="47091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59752" y="3502152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is calculated as (correct answers ÷ total) × 100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46520" y="4489704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3" name="Text 31"/>
          <p:cNvSpPr/>
          <p:nvPr/>
        </p:nvSpPr>
        <p:spPr>
          <a:xfrm>
            <a:off x="6446520" y="4489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995160" y="4434840"/>
            <a:ext cx="47091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59752" y="443484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is stored and a performance report is generated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Quiz Management System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Flowchart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0140" y="169164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1120140" y="1691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423160" y="2148840"/>
            <a:ext cx="0" cy="182880"/>
          </a:xfrm>
          <a:prstGeom prst="line">
            <a:avLst/>
          </a:prstGeom>
          <a:noFill/>
          <a:ln w="19050">
            <a:solidFill>
              <a:srgbClr val="8FA3B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120140" y="2331720"/>
            <a:ext cx="2606040" cy="585216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20140" y="2331720"/>
            <a:ext cx="2606040" cy="5852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creates quiz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adds questions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23160" y="2916936"/>
            <a:ext cx="0" cy="182880"/>
          </a:xfrm>
          <a:prstGeom prst="line">
            <a:avLst/>
          </a:prstGeom>
          <a:noFill/>
          <a:ln w="19050">
            <a:solidFill>
              <a:srgbClr val="8FA3B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120140" y="3099816"/>
            <a:ext cx="2606040" cy="585216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20140" y="3099816"/>
            <a:ext cx="2606040" cy="5852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attempts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&amp; submits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23160" y="3685032"/>
            <a:ext cx="0" cy="182880"/>
          </a:xfrm>
          <a:prstGeom prst="line">
            <a:avLst/>
          </a:prstGeom>
          <a:noFill/>
          <a:ln w="19050">
            <a:solidFill>
              <a:srgbClr val="8FA3B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120140" y="3867912"/>
            <a:ext cx="2606040" cy="777240"/>
          </a:xfrm>
          <a:prstGeom prst="diamond">
            <a:avLst/>
          </a:prstGeom>
          <a:solidFill>
            <a:srgbClr val="F2A93B"/>
          </a:solidFill>
          <a:ln/>
        </p:spPr>
      </p:sp>
      <p:sp>
        <p:nvSpPr>
          <p:cNvPr id="14" name="Text 12"/>
          <p:cNvSpPr/>
          <p:nvPr/>
        </p:nvSpPr>
        <p:spPr>
          <a:xfrm>
            <a:off x="1120140" y="386791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answers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29500" y="3963924"/>
            <a:ext cx="2606040" cy="585216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29500" y="3963924"/>
            <a:ext cx="2606040" cy="5852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answers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answer key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732520" y="4549140"/>
            <a:ext cx="0" cy="182880"/>
          </a:xfrm>
          <a:prstGeom prst="line">
            <a:avLst/>
          </a:prstGeom>
          <a:noFill/>
          <a:ln w="19050">
            <a:solidFill>
              <a:srgbClr val="8FA3B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429500" y="4732020"/>
            <a:ext cx="2606040" cy="585216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29500" y="4732020"/>
            <a:ext cx="2606040" cy="5852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score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(correct ÷ total × 100)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732520" y="5317236"/>
            <a:ext cx="0" cy="182880"/>
          </a:xfrm>
          <a:prstGeom prst="line">
            <a:avLst/>
          </a:prstGeom>
          <a:noFill/>
          <a:ln w="19050">
            <a:solidFill>
              <a:srgbClr val="8FA3B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429500" y="5500116"/>
            <a:ext cx="2606040" cy="585216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29500" y="5500116"/>
            <a:ext cx="2606040" cy="5852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result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732520" y="6085332"/>
            <a:ext cx="0" cy="182880"/>
          </a:xfrm>
          <a:prstGeom prst="line">
            <a:avLst/>
          </a:prstGeom>
          <a:noFill/>
          <a:ln w="19050">
            <a:solidFill>
              <a:srgbClr val="8FA3B3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429500" y="6268212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7429500" y="626821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726180" y="4256532"/>
            <a:ext cx="3703320" cy="0"/>
          </a:xfrm>
          <a:prstGeom prst="line">
            <a:avLst/>
          </a:prstGeom>
          <a:noFill/>
          <a:ln w="19050">
            <a:solidFill>
              <a:srgbClr val="8FA3B3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3863340" y="396392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7220" y="4256532"/>
            <a:ext cx="502920" cy="0"/>
          </a:xfrm>
          <a:prstGeom prst="line">
            <a:avLst/>
          </a:prstGeom>
          <a:noFill/>
          <a:ln w="19050">
            <a:solidFill>
              <a:srgbClr val="8FA3B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7220" y="3392424"/>
            <a:ext cx="0" cy="864108"/>
          </a:xfrm>
          <a:prstGeom prst="line">
            <a:avLst/>
          </a:prstGeom>
          <a:noFill/>
          <a:ln w="19050">
            <a:solidFill>
              <a:srgbClr val="8FA3B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7220" y="3392424"/>
            <a:ext cx="502920" cy="0"/>
          </a:xfrm>
          <a:prstGeom prst="line">
            <a:avLst/>
          </a:prstGeom>
          <a:noFill/>
          <a:ln w="19050">
            <a:solidFill>
              <a:srgbClr val="8FA3B3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205740" y="387248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0561320" y="1783080"/>
            <a:ext cx="274320" cy="237744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33" name="Text 31"/>
          <p:cNvSpPr/>
          <p:nvPr/>
        </p:nvSpPr>
        <p:spPr>
          <a:xfrm>
            <a:off x="10927080" y="17556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/ End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0561320" y="2194560"/>
            <a:ext cx="274320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927080" y="21671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0561320" y="2606040"/>
            <a:ext cx="274320" cy="237744"/>
          </a:xfrm>
          <a:prstGeom prst="diamond">
            <a:avLst/>
          </a:prstGeom>
          <a:solidFill>
            <a:srgbClr val="F2A93B"/>
          </a:solidFill>
          <a:ln/>
        </p:spPr>
      </p:sp>
      <p:sp>
        <p:nvSpPr>
          <p:cNvPr id="37" name="Text 35"/>
          <p:cNvSpPr/>
          <p:nvPr/>
        </p:nvSpPr>
        <p:spPr>
          <a:xfrm>
            <a:off x="10927080" y="25786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Quiz Management System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LOGIC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of Python Logic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73152" cy="1417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68249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OOP Design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2066544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like Quiz, Question and Student model real entities.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5544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97680" y="1554480"/>
            <a:ext cx="73152" cy="1417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553712" y="168249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Structures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53712" y="2066544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store questions; dictionaries map answers to options.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5544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0" y="1554480"/>
            <a:ext cx="73152" cy="1417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8302752" y="168249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Flow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02752" y="2066544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iterate questions; if-else checks each answer.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172968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172968"/>
            <a:ext cx="73152" cy="1417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330098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4672" y="368503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functions for add_question(), evaluate(), report().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7680" y="3172968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97680" y="3172968"/>
            <a:ext cx="73152" cy="1417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4553712" y="330098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/ DB Handling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53712" y="368503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 &amp; results are saved and reloaded between sessions.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0" y="3172968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0" y="3172968"/>
            <a:ext cx="73152" cy="1417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8302752" y="330098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 Handling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02752" y="3685032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try-except guards against invalid input or missing data.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Quiz Management System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LOGIC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Class Structure (Simplified)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7040880" cy="4709160"/>
          </a:xfrm>
          <a:prstGeom prst="roundRect">
            <a:avLst>
              <a:gd name="adj" fmla="val 1553"/>
            </a:avLst>
          </a:prstGeom>
          <a:solidFill>
            <a:srgbClr val="0D1826"/>
          </a:solidFill>
          <a:ln w="12700">
            <a:solidFill>
              <a:srgbClr val="2740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691640"/>
            <a:ext cx="6537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Question: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text, options, answer):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self.text = text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self.options = options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self.answer = answer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Quiz: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title):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self.title = title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self.questions = []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add_question(self, question):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self.questions.append(question)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evaluate(self, responses):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score = 0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i, q in enumerate(self.questions):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responses[i] == q.answer: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score += 1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total = len(self.questions)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CFE3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round((score / total) * 100, 2)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00100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DESIGN?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001000" y="2148840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0" y="202996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stores one item's text, options &amp; correct answer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001000" y="3108960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0" y="299008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groups multiple Question objects together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01000" y="4069080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0" y="395020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evaluate() loops through responses and tallies the score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01000" y="5029200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491032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separation keeps the logic easy to test &amp; extend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Quiz Management System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WORKFLOW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— Account &amp; Repository Setup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508760" y="21031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150876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2971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Account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at github.com with a professional username.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081528" y="2414016"/>
            <a:ext cx="329184" cy="0"/>
          </a:xfrm>
          <a:prstGeom prst="line">
            <a:avLst/>
          </a:prstGeom>
          <a:noFill/>
          <a:ln w="25400">
            <a:solidFill>
              <a:srgbClr val="B7C7D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343400" y="21031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3434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37560" y="2971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Repository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33832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repo ‘online-quiz-management-system’ with a README.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16168" y="2414016"/>
            <a:ext cx="329184" cy="0"/>
          </a:xfrm>
          <a:prstGeom prst="line">
            <a:avLst/>
          </a:prstGeom>
          <a:noFill/>
          <a:ln w="25400">
            <a:solidFill>
              <a:srgbClr val="B7C7D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178040" y="21031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71780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172200" y="2971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Clone Locally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33832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 &lt;repo-url&gt; to work on the project locally.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750808" y="2414016"/>
            <a:ext cx="329184" cy="0"/>
          </a:xfrm>
          <a:prstGeom prst="line">
            <a:avLst/>
          </a:prstGeom>
          <a:noFill/>
          <a:ln w="25400">
            <a:solidFill>
              <a:srgbClr val="B7C7D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012680" y="21031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1001268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006840" y="2971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 Code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52560" y="33832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add, commit and push the project files to GitHub.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4434840"/>
            <a:ext cx="10881360" cy="1600200"/>
          </a:xfrm>
          <a:prstGeom prst="roundRect">
            <a:avLst>
              <a:gd name="adj" fmla="val 4571"/>
            </a:avLst>
          </a:prstGeom>
          <a:solidFill>
            <a:srgbClr val="0D1826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590288"/>
            <a:ext cx="10332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E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init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E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remote add origin https://github.com/&lt;user&gt;/online-quiz-management-system.git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E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E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"Initial commit: project structure"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E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-u origin main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Quiz Management System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WORKFLOW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Meaningful Commits &amp; Version Control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PRACTICE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68680" y="229514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14884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small, logical chunks of work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307238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92608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clear messages: ‘Add score evaluation logic’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384962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70332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branches for new features (feature/reports)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462686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48056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.gitignore for cache &amp; venv files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" y="540410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525780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README with setup &amp; usage instructions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16223A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COMMIT HISTORY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2331720"/>
            <a:ext cx="109728" cy="109728"/>
          </a:xfrm>
          <a:prstGeom prst="ellipse">
            <a:avLst/>
          </a:prstGeom>
          <a:solidFill>
            <a:srgbClr val="3CC77E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217627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7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 commit: project structure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92240" y="2907792"/>
            <a:ext cx="109728" cy="109728"/>
          </a:xfrm>
          <a:prstGeom prst="ellipse">
            <a:avLst/>
          </a:prstGeom>
          <a:solidFill>
            <a:srgbClr val="3CC77E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2752344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7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Question and Quiz classes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92240" y="3483864"/>
            <a:ext cx="109728" cy="109728"/>
          </a:xfrm>
          <a:prstGeom prst="ellipse">
            <a:avLst/>
          </a:prstGeom>
          <a:solidFill>
            <a:srgbClr val="3CC77E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332841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7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 answer evaluation logic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92240" y="4059936"/>
            <a:ext cx="109728" cy="109728"/>
          </a:xfrm>
          <a:prstGeom prst="ellipse">
            <a:avLst/>
          </a:prstGeom>
          <a:solidFill>
            <a:srgbClr val="3CC77E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390448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7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score calculation &amp; report output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92240" y="4636008"/>
            <a:ext cx="109728" cy="109728"/>
          </a:xfrm>
          <a:prstGeom prst="ellipse">
            <a:avLst/>
          </a:prstGeom>
          <a:solidFill>
            <a:srgbClr val="3CC77E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44805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7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 bug in percentage calculation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92240" y="5212080"/>
            <a:ext cx="109728" cy="109728"/>
          </a:xfrm>
          <a:prstGeom prst="ellipse">
            <a:avLst/>
          </a:prstGeom>
          <a:solidFill>
            <a:srgbClr val="3CC77E"/>
          </a:solidFill>
          <a:ln/>
        </p:spPr>
      </p:sp>
      <p:sp>
        <p:nvSpPr>
          <p:cNvPr id="29" name="Text 27"/>
          <p:cNvSpPr/>
          <p:nvPr/>
        </p:nvSpPr>
        <p:spPr>
          <a:xfrm>
            <a:off x="6766560" y="505663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7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README with usage guide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Quiz Management System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WORKFLOW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Collaboration &amp; Individual Contribution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365760" cy="3657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33172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repository visible to all contributors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3200400"/>
            <a:ext cx="365760" cy="3657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320040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 used to propose &amp; review changes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4069080"/>
            <a:ext cx="365760" cy="3657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406908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track bugs and pending features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" y="4937760"/>
            <a:ext cx="365760" cy="3657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937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493776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before merging into main branch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160020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INDIVIDUAL CONTRIBUTION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92240" y="23317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95160" y="233172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Quiz &amp; Question class structure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92240" y="32004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95160" y="320040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answer evaluation &amp; scoring logic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92240" y="406908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95160" y="406908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performance report generation module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92240" y="493776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4937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95160" y="493776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repository, README and pushed commits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Quiz Management System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2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023360"/>
            <a:ext cx="3840480" cy="384048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05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3716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Complete, Simple Python Solution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2578608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42316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quiz creation, evaluation and reporting end-to-end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3127248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97180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clean OOP design — easy to read and extend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675888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52044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Version-controlled on GitHub with meaningful commit history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4224528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0690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demonstration of core Python programming logic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516636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0D1826"/>
          </a:solidFill>
          <a:ln w="12700">
            <a:solidFill>
              <a:srgbClr val="2E4A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527608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Prathmesh Atkari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51560" y="56509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USN: CM25102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772400" y="52120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2026-08-20T06:04:16Z</dcterms:created>
  <dcterms:modified xsi:type="dcterms:W3CDTF">2026-08-20T06:04:16Z</dcterms:modified>
</cp:coreProperties>
</file>